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31" d="100"/>
          <a:sy n="131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2017/8/24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2017/8/24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2017/8/24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2017/8/24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2017/8/24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539388"/>
            <a:ext cx="4860032" cy="2460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5536" y="4305870"/>
            <a:ext cx="43396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补强</a:t>
            </a:r>
            <a:r>
              <a:rPr lang="zh-CN" altLang="en-US" dirty="0" smtClean="0"/>
              <a:t>板长度</a:t>
            </a:r>
            <a:r>
              <a:rPr lang="en-US" altLang="zh-CN" dirty="0" smtClean="0"/>
              <a:t>100mm</a:t>
            </a:r>
            <a:r>
              <a:rPr lang="zh-CN" altLang="en-US" dirty="0" smtClean="0"/>
              <a:t>，宽度</a:t>
            </a:r>
            <a:r>
              <a:rPr lang="en-US" altLang="zh-CN" dirty="0" smtClean="0"/>
              <a:t>5mm</a:t>
            </a:r>
          </a:p>
          <a:p>
            <a:r>
              <a:rPr lang="zh-CN" altLang="en-US" dirty="0"/>
              <a:t>卡</a:t>
            </a:r>
            <a:r>
              <a:rPr lang="zh-CN" altLang="en-US" dirty="0" smtClean="0"/>
              <a:t>槽处与产品外壳开口处固定，屏幕压紧</a:t>
            </a:r>
            <a:endParaRPr lang="en-US" altLang="zh-CN" dirty="0" smtClean="0"/>
          </a:p>
          <a:p>
            <a:r>
              <a:rPr lang="zh-CN" altLang="en-US" dirty="0" smtClean="0"/>
              <a:t>防止</a:t>
            </a:r>
            <a:r>
              <a:rPr lang="en-US" altLang="zh-CN" dirty="0" smtClean="0"/>
              <a:t>FPC</a:t>
            </a:r>
            <a:r>
              <a:rPr lang="zh-CN" altLang="en-US" dirty="0" smtClean="0"/>
              <a:t>连接器脱落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924944"/>
            <a:ext cx="3186311" cy="2988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588224" y="630932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连接器位置</a:t>
            </a:r>
            <a:endParaRPr lang="zh-CN" altLang="en-US" dirty="0"/>
          </a:p>
        </p:txBody>
      </p:sp>
      <p:cxnSp>
        <p:nvCxnSpPr>
          <p:cNvPr id="7" name="直接箭头连接符 6"/>
          <p:cNvCxnSpPr>
            <a:stCxn id="5" idx="0"/>
          </p:cNvCxnSpPr>
          <p:nvPr/>
        </p:nvCxnSpPr>
        <p:spPr>
          <a:xfrm flipH="1" flipV="1">
            <a:off x="7020272" y="5157192"/>
            <a:ext cx="237366" cy="115212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69431" y="33477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卡槽</a:t>
            </a:r>
            <a:endParaRPr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3825415" y="1844824"/>
            <a:ext cx="648072" cy="72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>
            <a:stCxn id="8" idx="0"/>
          </p:cNvCxnSpPr>
          <p:nvPr/>
        </p:nvCxnSpPr>
        <p:spPr>
          <a:xfrm flipH="1" flipV="1">
            <a:off x="4292596" y="2636912"/>
            <a:ext cx="1" cy="7107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7813" y="539388"/>
            <a:ext cx="3148643" cy="227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圆角矩形 11"/>
          <p:cNvSpPr/>
          <p:nvPr/>
        </p:nvSpPr>
        <p:spPr>
          <a:xfrm>
            <a:off x="5652120" y="1769746"/>
            <a:ext cx="360040" cy="3631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251520" y="752894"/>
            <a:ext cx="576064" cy="5760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331640" y="11663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传感器位置</a:t>
            </a:r>
            <a:endParaRPr lang="zh-CN" altLang="en-US" dirty="0"/>
          </a:p>
        </p:txBody>
      </p:sp>
      <p:cxnSp>
        <p:nvCxnSpPr>
          <p:cNvPr id="16" name="直接箭头连接符 15"/>
          <p:cNvCxnSpPr>
            <a:stCxn id="14" idx="1"/>
          </p:cNvCxnSpPr>
          <p:nvPr/>
        </p:nvCxnSpPr>
        <p:spPr>
          <a:xfrm flipH="1">
            <a:off x="827584" y="301298"/>
            <a:ext cx="504056" cy="535414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22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243"/>
            <a:ext cx="8081749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/>
        </p:nvCxnSpPr>
        <p:spPr>
          <a:xfrm>
            <a:off x="179512" y="2455515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251520" y="2815555"/>
            <a:ext cx="42484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611560" y="2455515"/>
            <a:ext cx="0" cy="36004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5536" y="2878271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10mm</a:t>
            </a:r>
            <a:endParaRPr lang="zh-CN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70" y="3679651"/>
            <a:ext cx="80962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直接连接符 9"/>
          <p:cNvCxnSpPr/>
          <p:nvPr/>
        </p:nvCxnSpPr>
        <p:spPr>
          <a:xfrm>
            <a:off x="539552" y="5589240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467544" y="6165304"/>
            <a:ext cx="37444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971600" y="5589240"/>
            <a:ext cx="0" cy="576064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79037" y="5692606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18mm</a:t>
            </a:r>
            <a:endParaRPr lang="zh-CN" altLang="en-US" dirty="0"/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683568" y="1556792"/>
            <a:ext cx="0" cy="792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683568" y="1843447"/>
            <a:ext cx="3384376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51720" y="1484784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91mm</a:t>
            </a:r>
            <a:endParaRPr lang="zh-CN" altLang="en-US" dirty="0"/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" y="0"/>
            <a:ext cx="2247884" cy="1368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478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34</Words>
  <Application>Microsoft Office PowerPoint</Application>
  <PresentationFormat>全屏显示(4:3)</PresentationFormat>
  <Paragraphs>9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David</dc:creator>
  <cp:lastModifiedBy>David</cp:lastModifiedBy>
  <cp:revision>8</cp:revision>
  <dcterms:created xsi:type="dcterms:W3CDTF">2017-08-24T08:11:36Z</dcterms:created>
  <dcterms:modified xsi:type="dcterms:W3CDTF">2017-08-24T11:07:28Z</dcterms:modified>
</cp:coreProperties>
</file>